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3BCCC-9A9B-4BE7-9603-E8E05256A36F}" v="160" dt="2026-04-19T04:22:19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29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6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02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3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473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43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8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50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83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17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706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812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4227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548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21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410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69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E88B97-3D54-A0DE-C1FB-8946326043E8}"/>
              </a:ext>
            </a:extLst>
          </p:cNvPr>
          <p:cNvSpPr txBox="1"/>
          <p:nvPr/>
        </p:nvSpPr>
        <p:spPr>
          <a:xfrm>
            <a:off x="1252556" y="404867"/>
            <a:ext cx="85016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+mn-lt"/>
                <a:cs typeface="+mn-lt"/>
              </a:rPr>
              <a:t>Introduction to Artificial Intelligence</a:t>
            </a:r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4A1666-11BD-781E-565F-89548E4178DA}"/>
              </a:ext>
            </a:extLst>
          </p:cNvPr>
          <p:cNvSpPr txBox="1"/>
          <p:nvPr/>
        </p:nvSpPr>
        <p:spPr>
          <a:xfrm>
            <a:off x="3814600" y="1530038"/>
            <a:ext cx="278403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Basic Overview</a:t>
            </a:r>
            <a:endParaRPr lang="en-US" sz="28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B27FD-B672-5F47-9675-D1EA4BE85FED}"/>
              </a:ext>
            </a:extLst>
          </p:cNvPr>
          <p:cNvSpPr txBox="1"/>
          <p:nvPr/>
        </p:nvSpPr>
        <p:spPr>
          <a:xfrm>
            <a:off x="1005840" y="4114800"/>
            <a:ext cx="358168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Subm</a:t>
            </a:r>
            <a:r>
              <a:rPr lang="en-US"/>
              <a:t>itted by:</a:t>
            </a:r>
          </a:p>
          <a:p>
            <a:r>
              <a:rPr lang="en-US"/>
              <a:t>Andrew</a:t>
            </a:r>
            <a:endParaRPr lang="en-US" dirty="0"/>
          </a:p>
          <a:p>
            <a:r>
              <a:rPr lang="en-US"/>
              <a:t>Niroj</a:t>
            </a:r>
            <a:endParaRPr lang="en-US" dirty="0"/>
          </a:p>
          <a:p>
            <a:r>
              <a:rPr lang="en-US"/>
              <a:t>Nischal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87649-2217-0DAB-D6C5-1481BCE92A34}"/>
              </a:ext>
            </a:extLst>
          </p:cNvPr>
          <p:cNvSpPr txBox="1"/>
          <p:nvPr/>
        </p:nvSpPr>
        <p:spPr>
          <a:xfrm>
            <a:off x="5894141" y="4114799"/>
            <a:ext cx="35816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Subm</a:t>
            </a:r>
            <a:r>
              <a:rPr lang="en-US"/>
              <a:t>itted to:</a:t>
            </a:r>
          </a:p>
          <a:p>
            <a:r>
              <a:rPr lang="en-US" dirty="0"/>
              <a:t>Mukti Ghi</a:t>
            </a:r>
            <a:r>
              <a:rPr lang="en-US"/>
              <a:t>mire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98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32A87-6F9F-2DF9-162B-AB9ED9647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0158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Facet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45</cp:revision>
  <dcterms:created xsi:type="dcterms:W3CDTF">2026-04-19T04:05:43Z</dcterms:created>
  <dcterms:modified xsi:type="dcterms:W3CDTF">2026-04-19T04:23:49Z</dcterms:modified>
</cp:coreProperties>
</file>